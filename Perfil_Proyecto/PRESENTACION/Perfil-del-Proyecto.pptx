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Quattrocento"/>
      <p:regular r:id="rId201314"/>
    </p:embeddedFont>
    <p:embeddedFont>
      <p:font typeface="Quattrocento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381199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23577" y="1770162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Perfil del Proyecto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523577" y="2434530"/>
            <a:ext cx="8096845" cy="146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Departamento de Eléctrica, Electrónica y Telecomunicaciones — Carrera de Electrónica y Automatización. </a:t>
            </a:r>
            <a:endParaRPr lang="en-US" sz="11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Fundamentos de Programación.</a:t>
            </a:r>
            <a:endParaRPr lang="en-US" sz="11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Presentado por: Angamarca , Comina , Iza  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Tutor académico: Ing. Jenny A. Ruiz R.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760786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Introducción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425154"/>
            <a:ext cx="466784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inseguridad en el hogar, especialmente en fechas festivas, impulsa soluciones tecnológicas. Las cerraduras electrónicas sustituyen llaves físicas y validan identidades por PIN, huella o apps, ofreciendo control y registro de accesos. (ARDUINO, 2025)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796305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Planteamiento del trabajo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1460674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1695896"/>
            <a:ext cx="4667845" cy="1905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6" name="Text 3"/>
          <p:cNvSpPr/>
          <p:nvPr/>
        </p:nvSpPr>
        <p:spPr>
          <a:xfrm>
            <a:off x="523577" y="1808783"/>
            <a:ext cx="4667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Problema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23577" y="2118494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Las cerraduras tradicionales carecen de control y registro de accesos, facilitando entradas no autorizadas.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23577" y="2858988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02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23577" y="3094211"/>
            <a:ext cx="4667845" cy="1905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0" name="Text 7"/>
          <p:cNvSpPr/>
          <p:nvPr/>
        </p:nvSpPr>
        <p:spPr>
          <a:xfrm>
            <a:off x="523577" y="3207097"/>
            <a:ext cx="4667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Pregunta central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23577" y="3516809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¿Cómo desarrollar un programa en C que controle el ingreso al domicilio usando los últimos cuatro dígitos de la cédula para mejorar la seguridad?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84301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Justificación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582242"/>
            <a:ext cx="8096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Demostrar cómo programación y electrónica solucionan problemas reales de seguridad. El proyecto aplica programación estructurada ( Codeblokc ) y conceptos de lógica para crear un sistema práctico y didáctico adaptable a hogares y pequeñas empresas.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108174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Objetivo general y específicos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847404"/>
            <a:ext cx="3973637" cy="2187922"/>
          </a:xfrm>
          <a:prstGeom prst="roundRect">
            <a:avLst>
              <a:gd name="adj" fmla="val 1026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2200" y="2016026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Objetivo General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2200" y="2325737"/>
            <a:ext cx="363639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Diseñar e implementar un sistema de acceso inteligente que use los últimos 4 dígitos de la cédula para abrir puertas, mejorando la seguridad frente a cerraduras tradicionales.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46786" y="1847404"/>
            <a:ext cx="3973637" cy="2187922"/>
          </a:xfrm>
          <a:prstGeom prst="roundRect">
            <a:avLst>
              <a:gd name="adj" fmla="val 1026"/>
            </a:avLst>
          </a:prstGeom>
          <a:solidFill>
            <a:srgbClr val="123332"/>
          </a:solidFill>
          <a:ln w="19050">
            <a:solidFill>
              <a:srgbClr val="4A6B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15408" y="2016026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Objetivos Específicos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15408" y="2325737"/>
            <a:ext cx="3636392" cy="1540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Desarrollar control de acceso que bloquee ingresos no registrados.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Implementar identificación rápida y sin llaves físicas.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Crear prototipo adaptable a hogares, oficinas y PYMEs.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760786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Alcance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425154"/>
            <a:ext cx="466784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Control local de apertura por verificación de los últimos cuatro dígitos autorizados; ejecución en Arduino con código en C usando CodeBlocks. No incluye interfaz gráfica ni integración comercial externa; opera localmente como prototipo educativo.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33878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Marco teórico — Herramientas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2078013"/>
            <a:ext cx="746522" cy="9331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7102" y="2078013"/>
            <a:ext cx="164075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Programación estructurada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57102" y="2607692"/>
            <a:ext cx="1640756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Organiza instrucciones con secuencias, decisiones y ciclos para validar datos y controlar el sistema de acceso.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860" y="2078013"/>
            <a:ext cx="746522" cy="9331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18384" y="2078013"/>
            <a:ext cx="164075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CodeBlocks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18384" y="2387724"/>
            <a:ext cx="164075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 usado para escribir, compilar y depurar el programa en lenguaje C.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143" y="2078013"/>
            <a:ext cx="746522" cy="9331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078013"/>
            <a:ext cx="164075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Arduino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387724"/>
            <a:ext cx="164075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Plataforma que ejecuta el prototipo físico de la cerradura electrónica.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1704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Resultados esperados &amp; Ideas a defender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3577" y="1107207"/>
            <a:ext cx="294531" cy="294531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4" name="Text 2"/>
          <p:cNvSpPr/>
          <p:nvPr/>
        </p:nvSpPr>
        <p:spPr>
          <a:xfrm>
            <a:off x="932631" y="1152153"/>
            <a:ext cx="3479676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2631" y="1459185"/>
            <a:ext cx="3479676" cy="5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Validación por últimos 4 dígitos, control seguro de acceso, reducción de ingresos no autorizados y aplicación práctica de programación estructurada.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455" y="1107207"/>
            <a:ext cx="327273" cy="327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06901" y="1107207"/>
            <a:ext cx="341828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Idea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06901" y="1414239"/>
            <a:ext cx="3418284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cerradura electrónica mejora la seguridad frente a cerraduras tradicionales.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6455" y="2035894"/>
            <a:ext cx="327273" cy="327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06901" y="2035894"/>
            <a:ext cx="341828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Idea 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206901" y="2342927"/>
            <a:ext cx="3418284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Los últimos cuatro dígitos de la cédula facilitan la autenticación.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6455" y="2964582"/>
            <a:ext cx="327273" cy="3272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06901" y="2964582"/>
            <a:ext cx="341828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Idea 3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206901" y="3271614"/>
            <a:ext cx="3418284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Programación estructurada y electrónica resuelven problemas reales.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6455" y="3893269"/>
            <a:ext cx="327273" cy="32727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06901" y="3893269"/>
            <a:ext cx="341828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Idea 4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206901" y="4200302"/>
            <a:ext cx="3418284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 sistema ofrece control de acceso más rápido y eficiente.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568672"/>
            <a:ext cx="4667845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Conclusiones, recomendaciones y roles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23577" y="1510308"/>
            <a:ext cx="2276624" cy="2005757"/>
          </a:xfrm>
          <a:prstGeom prst="roundRect">
            <a:avLst>
              <a:gd name="adj" fmla="val 979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8759" y="1655490"/>
            <a:ext cx="198626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8759" y="1916683"/>
            <a:ext cx="1986260" cy="14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Aplicación práctica de electrónica y programación.</a:t>
            </a:r>
            <a:endParaRPr lang="en-US" sz="1000" dirty="0"/>
          </a:p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Mejora en control de acceso con la cerradura electrónica.</a:t>
            </a:r>
            <a:endParaRPr lang="en-US" sz="1000" dirty="0"/>
          </a:p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Funcionamiento correcto si componentes y programación están bien integrados.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914724" y="1510308"/>
            <a:ext cx="2276698" cy="2005757"/>
          </a:xfrm>
          <a:prstGeom prst="roundRect">
            <a:avLst>
              <a:gd name="adj" fmla="val 979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59906" y="1655490"/>
            <a:ext cx="198633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Recomendaciones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59906" y="1916683"/>
            <a:ext cx="1986335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Realizar pruebas extensas y proteger componentes contra humedad y golpes.</a:t>
            </a:r>
            <a:endParaRPr lang="en-US" sz="1000" dirty="0"/>
          </a:p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Agregar opciones futuras: alarma y registro de accesos.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3577" y="3630588"/>
            <a:ext cx="4667845" cy="944166"/>
          </a:xfrm>
          <a:prstGeom prst="roundRect">
            <a:avLst>
              <a:gd name="adj" fmla="val 2080"/>
            </a:avLst>
          </a:prstGeom>
          <a:solidFill>
            <a:srgbClr val="123332"/>
          </a:solidFill>
          <a:ln w="14288">
            <a:solidFill>
              <a:srgbClr val="4A6B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8759" y="3775770"/>
            <a:ext cx="437748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Responsables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8759" y="4036963"/>
            <a:ext cx="4377482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Tutor empresarial: Ing. Chuquimarca A. — Tutor académico: Ing. Jenny A. Ruiz R. — Estudiantes: desarrollar código en C, pruebas y documentación.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2351708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Gracias Por su atención</a:t>
            </a:r>
            <a:endParaRPr lang="en-US" sz="2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2026-07-12T23:54:54Z</dcterms:created>
  <dcterms:modified xsi:type="dcterms:W3CDTF">2026-07-12T23:54:54Z</dcterms:modified>
</cp:coreProperties>
</file>